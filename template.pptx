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{{EQUIPMENT_NAME}}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[개요]</a:t>
            </a:r>
            <a:br/>
            <a:r>
              <a:t>{{OVERVIEW}}</a:t>
            </a:r>
          </a:p>
          <a:p>
            <a:br/>
            <a:pPr>
              <a:defRPr sz="1400"/>
            </a:pPr>
            <a:r>
              <a:t>[처리 용량/성능]</a:t>
            </a:r>
            <a:br/>
            <a:r>
              <a:t>{{TARGET_CAPACITY}}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