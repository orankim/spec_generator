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라미네이션(적층) 정렬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스택형 셀 조립 공정에서 양극/음극/분리막이 적층되는 정렬 상태를 레이어별로 비전 검사하여, 극판 밀림으로 인한 내부 단락 위험을 검출하는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1,500스택 (1,500 EA/H)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적층기 서보 시스템 연동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레이어 정렬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±0.1mm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레이어별 개별 카메라 검사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분리막 돌출 판정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0.3 ~ 1.0mm 범위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규격 이탈 시 자동 리젝트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2400(W) x 1800(D) x 2000(H)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스태킹 설비 일체형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