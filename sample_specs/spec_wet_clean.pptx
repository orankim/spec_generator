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웨이퍼 습식 세정 설비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웨이퍼 표면의 파티클 및 금속 오염물을 제거하는 배치(Batch) 타입 습식 세정 설비입니다. RCA 세정 공정을 지원합니다.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배치당 50매, 시간당 100매 처리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3Phi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히터 부하 포함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약액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적용 약액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SC-1, SC-2, DHF, DIW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약액 자동 공급/배액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3000(W) x 1500(D) x 2200(H)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약액 캐비닛 포함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제어 방식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Main PLC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Mitsubishi Q Series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레시피 저장 최대 100개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