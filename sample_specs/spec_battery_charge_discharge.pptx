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2차전지 충방전 검사 설비 (Formation &amp; Capacity)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셀 초기 활성화(Formation) 및 방전용량 측정을 수행하는 다채널 충방전기입니다. 채널별 독립 제어로 대량 셀을 동시에 검사할 수 있습니다.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128채널 동시 검사 / 채널당 5A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380V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회생전력 계통 연계형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전압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±0.05% F.S.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16bit ADC 채널별 독립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전류 범위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0.001A ~ 5A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CC-CV 모드 지원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2600(W) x 1200(D) x 2000(H)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챔버 랙 8단 구성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환경 조건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챔버 온도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-20℃ ~ 60℃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항온항습 챔버 연동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