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전극 표면 결함(핀홀/크랙/이물) 검사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고해상도 라인스캔 카메라와 AI 결함 분류 알고리즘으로 전극 표면의 핀홀, 크랙, 이물, 미코팅 구간 등을 실시간 검출하는 설비입니다.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라인 속도 80m/min 연동, 결함 분류 정확도 99% 이상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3Phi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고휘도 LED 조명계 포함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카메라 해상도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8K Line Scan x 2식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양면 동시 검사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최소 검출 결함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0.03mm 이상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딥러닝 기반 오검출 필터링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2000(W) x 1200(D) x 1900(H)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코팅/압연 라인 인라인 설치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