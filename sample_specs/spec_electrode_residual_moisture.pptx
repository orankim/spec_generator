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latin typeface="맑은 고딕"/>
              </a:defRPr>
            </a:pPr>
            <a:r>
              <a:t>전극 잔류수분/용매(NMP) 검사 설비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맑은 고딕"/>
              </a:defRPr>
            </a:pPr>
            <a:r>
              <a:t>[개요]</a:t>
            </a:r>
            <a:br/>
            <a:r>
              <a:t>건조로(Drying Oven) 통과 후 극판에 남아있는 잔류 수분 및 NMP 용매 함량을 근적외선(NIR) 분광 방식으로 비접촉 측정하여 건조 불량 구간을 선별하는 설비입니다.</a:t>
            </a:r>
          </a:p>
          <a:p>
            <a:pPr>
              <a:defRPr sz="1400">
                <a:latin typeface="맑은 고딕"/>
              </a:defRPr>
            </a:pPr>
            <a:br/>
            <a:r>
              <a:t>[처리 용량/성능]</a:t>
            </a:r>
            <a:br/>
            <a:r>
              <a:t>라인 속도 40m/min 연동 인라인 검사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상세 기술 사양서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2057400"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사양값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비고</a:t>
                      </a:r>
                    </a:p>
                  </a:txBody>
                  <a:tcPr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전기/전력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정격 전압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단상 220V 60Hz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NIR 광원부 예열 필요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검사 사양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수분 측정 범위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10 ~ 5000 ppm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측정 정밀도 ±20ppm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검사 사양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측정 방식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근적외선(NIR) 분광 분석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비접촉·비파괴 측정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치수/중량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설비 크기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1400(W) x 1000(D) x 1700(H) mm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건조로 후단 설치</a:t>
                      </a: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