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2차전지 절연저항/내전압(Hi-Pot)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셀 케이스와 전극 간 절연저항 및 내전압 특성을 측정하여 절연 불량, 미세 단락 위험이 있는 셀을 선별하는 안전 검사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900셀 (900 CPH)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고전압 발생부 접지 필수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인가 전압(Hi-Pot)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최대 DC 1000V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누설전류 5mA 이하 합격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절연저항 판정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100MΩ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500V DC 인가 기준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1800(W) x 1500(D) x 1900(H)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안전 인터록 도어 적용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