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EFEM 웨이퍼 이송 로봇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FOUP과 공정 챔버 간 300mm 웨이퍼를 이송하는 청정 대기 이송 모듈(EFEM)입니다. 팬필터유닛(FFU)으로 Class 1 청정도를 유지합니다.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이송 속도 시간당 200매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무정전 전원 권장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로봇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암 형태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Dual Blade SCARA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Teaching 정밀도 ±0.1mm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청정도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청정 등급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ISO Class 1 (Fed-Std Class 1)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FFU 상시 가동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1200(W) x 900(D) x 2300(H)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FOUP 로드포트 3식 포함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