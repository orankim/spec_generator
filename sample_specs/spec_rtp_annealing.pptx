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맑은 고딕"/>
              </a:defRPr>
            </a:pPr>
            <a:r>
              <a:t>급속 열처리로 (RTP) 설비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맑은 고딕"/>
              </a:defRPr>
            </a:pPr>
            <a:r>
              <a:t>[개요]</a:t>
            </a:r>
            <a:br/>
            <a:r>
              <a:t>할로겐 램프 가열 방식의 급속 열처리(RTP) 설비로, 이온 주입 후 활성화 어닐링 공정에 사용됩니다. 정밀 온도 제어로 웨이퍼 균일도를 확보합니다.</a:t>
            </a:r>
          </a:p>
          <a:p>
            <a:pPr>
              <a:defRPr sz="1400">
                <a:latin typeface="맑은 고딕"/>
              </a:defRPr>
            </a:pPr>
            <a:br/>
            <a:r>
              <a:t>[처리 용량/성능]</a:t>
            </a:r>
            <a:br/>
            <a:r>
              <a:t>시간당 20장 (20 WPH)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상세 기술 사양서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2057400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사양값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비고</a:t>
                      </a:r>
                    </a:p>
                  </a:txBody>
                  <a:tcPr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전기/전력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정격 전압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3Phi 380V 60Hz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램프 뱅크 최대 부하 고려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공정 사양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공정 온도 범위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400~1200℃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승온 속도 최대 150℃/sec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공정 사양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분위기 가스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N2, O2, Ar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가스 유량 자동 제어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치수/중량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설비 크기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2200(W) x 1900(D) x 2000(H) mm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유지보수 공간 제외</a:t>
                      </a: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