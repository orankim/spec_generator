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latin typeface="맑은 고딕"/>
              </a:defRPr>
            </a:pPr>
            <a:r>
              <a:t>전극 압연 두께 균일도 검사 설비 (Calendering Inspection)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latin typeface="맑은 고딕"/>
              </a:defRPr>
            </a:pPr>
            <a:r>
              <a:t>[개요]</a:t>
            </a:r>
            <a:br/>
            <a:r>
              <a:t>압연(Calendering) 롤 통과 직후 극판의 두께 균일도와 밀도 편차를 폭 방향 전체 구간에서 인라인 스캔하여, 압연 롤 압력 편차로 인한 국부 불량 구간을 실시간 검출하는 설비입니다.</a:t>
            </a:r>
          </a:p>
          <a:p>
            <a:pPr>
              <a:defRPr sz="1400">
                <a:latin typeface="맑은 고딕"/>
              </a:defRPr>
            </a:pPr>
            <a:br/>
            <a:r>
              <a:t>[처리 용량/성능]</a:t>
            </a:r>
            <a:br/>
            <a:r>
              <a:t>라인 속도 50m/min 연동 인라인 검사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상세 기술 사양서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73152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2057400">
                <a:tc>
                  <a:txBody>
                    <a:bodyPr/>
                    <a:lstStyle/>
                    <a:p>
                      <a:r>
                        <a:t>구분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항목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사양값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비고</a:t>
                      </a:r>
                    </a:p>
                  </a:txBody>
                  <a:tcPr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전기/전력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정격 전압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단상 220V 60Hz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레이저 변위센서 어레이 포함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두께 균일도 측정 정밀도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±0.3㎛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폭 방향 200채널 동시 스캔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검사 사양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밀도 편차 판정 기준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±1.5% 이내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압연 롤 압력 피드백 연동</a:t>
                      </a:r>
                    </a:p>
                  </a:txBody>
                  <a:tcPr marL="45720" marR="45720"/>
                </a:tc>
              </a:tr>
              <a:tr h="2057400">
                <a:tc>
                  <a:txBody>
                    <a:bodyPr/>
                    <a:lstStyle/>
                    <a:p>
                      <a:pPr algn="ctr">
                        <a:defRPr sz="1100">
                          <a:latin typeface="맑은 고딕"/>
                        </a:defRPr>
                      </a:pPr>
                      <a:r>
                        <a:t>치수/중량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설비 크기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1700(W) x 1200(D) x 1800(H) mm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맑은 고딕"/>
                        </a:defRPr>
                      </a:pPr>
                      <a:r>
                        <a:t>압연기 후단 인라인 설치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