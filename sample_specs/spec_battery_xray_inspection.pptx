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2차전지 X-Ray 이물/정렬 검사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X-Ray 투과 영상을 통해 전극(양극/음극) 정렬 상태, 내부 이물, 탭 접합 불량 등 육안으로 확인 불가능한 내부 결함을 검사하는 설비입니다.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시간당 600셀 (600 CPH)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3Phi 380V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X-Ray 발생기 전용 회로 분리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X-Ray 관전압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최대 130kV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방사선 안전관리자 배치 필수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전극 정렬 검출 정밀도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±0.1mm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AI 기반 자동 판정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2800(W) x 2200(D) x 2100(H)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차폐룸 별도 시공 필요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