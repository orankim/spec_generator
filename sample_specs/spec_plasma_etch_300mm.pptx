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300mm 고진공 플라즈마 식각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본 설비는 300mm 웨이퍼 표면의 미세 패턴을 고진공 환경에서 식각하기 위한 전용 장비입니다. ICP 소스를 적용하여 균일한 식각 프로파일을 확보합니다.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30장 (30 WPH)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380V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전압 변동률 ±5% 이내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진공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도달 진공도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1.0 x 10^-6 Torr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터보분자펌프 적용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2100(W) x 1800(D) x 2000(H)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유지보수 공간 제외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제어 방식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Main PLC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Siemens S7-1500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사내 Ethernet 통신 규격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