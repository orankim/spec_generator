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슬리팅 폭/치수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슬리팅 공정 후 극판 폭, 버(Burr) 발생 여부, 사행(蛇行) 정도를 CCD 카메라로 검사하는 설비입니다. 규격 이탈 시 자동 리와인딩 정지 인터록을 지원합니다.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라인 속도 60m/min 연동 인라인 검사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라인 스캔 카메라 조명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폭 측정 정밀도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±0.02mm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실시간 EPC(Edge Position Control) 연동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버(Burr) 검출 기준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20㎛ 이상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레이저 삼각측량 방식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1800(W) x 1000(D) x 1700(H)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슬리터 후단 설치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