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latin typeface="맑은 고딕"/>
              </a:defRPr>
            </a:pPr>
            <a:r>
              <a:t>전극 코팅 두께/도포량(Loading Weight) 검사 설비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맑은 고딕"/>
              </a:defRPr>
            </a:pPr>
            <a:r>
              <a:t>[개요]</a:t>
            </a:r>
            <a:br/>
            <a:r>
              <a:t>베타레이 및 레이저 변위센서를 이용해 극판 코팅 공정 직후 두께와 단위면적당 도포량(Loading Weight)을 인라인으로 측정하는 설비입니다. 도포 불균일 구간을 실시간으로 알람 처리합니다.</a:t>
            </a:r>
          </a:p>
          <a:p>
            <a:pPr>
              <a:defRPr sz="1400">
                <a:latin typeface="맑은 고딕"/>
              </a:defRPr>
            </a:pPr>
            <a:br/>
            <a:r>
              <a:t>[처리 용량/성능]</a:t>
            </a:r>
            <a:br/>
            <a:r>
              <a:t>라인 속도 80m/min 연동 인라인 검사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상세 기술 사양서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2057400">
                <a:tc>
                  <a:txBody>
                    <a:bodyPr/>
                    <a:lstStyle/>
                    <a:p>
                      <a:r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사양값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비고</a:t>
                      </a:r>
                    </a:p>
                  </a:txBody>
                  <a:tcPr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전기/전력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정격 전압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단상 220V 60Hz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베타레이 센서 별도 방사선 관리</a:t>
                      </a:r>
                    </a:p>
                  </a:txBody>
                  <a:tcPr marL="45720" marR="45720"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검사 사양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두께 측정 정밀도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±0.5㎛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양면 동시 측정</a:t>
                      </a:r>
                    </a:p>
                  </a:txBody>
                  <a:tcPr marL="45720" marR="45720"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검사 사양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도포량(Loading) 정밀도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±0.1 mg/cm²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폭 방향 스캔 측정</a:t>
                      </a:r>
                    </a:p>
                  </a:txBody>
                  <a:tcPr marL="45720" marR="45720"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치수/중량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설비 크기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1500(W) x 1200(D) x 1800(H) mm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코팅기 후단 인라인 설치</a:t>
                      </a: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