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2차전지 셀 누액/기밀 검사 설비 (Helium Leak Test)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헬륨 가스를 이용한 진공 챔버 방식으로 셀 실링부의 미세 누설을 검사하는 설비입니다. 전해액 누액으로 인한 화재/성능저하 불량을 사전에 선별합니다.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500셀 (500 CPH)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진공펌프 부하 포함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검출 민감도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5.0 x 10^-9 atm·cc/sec 이상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헬륨 질량분석기 방식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챔버 도달 진공도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1.0 x 10^-2 Torr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사이클타임 8초 이내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2000(W) x 1600(D) x 1900(H)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듀얼 챔버 구성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