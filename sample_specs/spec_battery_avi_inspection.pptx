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맑은 고딕"/>
              </a:defRPr>
            </a:pPr>
            <a:r>
              <a:t>2차전지 외관 검사 설비 (AVI)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맑은 고딕"/>
              </a:defRPr>
            </a:pPr>
            <a:r>
              <a:t>[개요]</a:t>
            </a:r>
            <a:br/>
            <a:r>
              <a:t>고해상도 라인스캔 카메라와 딥러닝 비전 알고리즘을 이용해 셀 표면의 스크래치, 이물, 실링 불량 등 외관 결함을 자동 검출하는 설비입니다. 파우치형/각형 셀에 모두 대응합니다.</a:t>
            </a:r>
          </a:p>
          <a:p>
            <a:pPr>
              <a:defRPr sz="1400">
                <a:latin typeface="맑은 고딕"/>
              </a:defRPr>
            </a:pPr>
            <a:br/>
            <a:r>
              <a:t>[처리 용량/성능]</a:t>
            </a:r>
            <a:br/>
            <a:r>
              <a:t>시간당 1,200셀 (1,200 CPH)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상세 기술 사양서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2057400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사양값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전기/전력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정격 전압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3Phi 220V 60Hz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비전 조명계 별도 전원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카메라 해상도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12MP Line Scan x 4식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셀 6면 동시 검사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최소 검출 결함 크기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0.05mm 이상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딥러닝 기반 오검출 자동 학습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치수/중량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설비 크기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3200(W) x 1800(D) x 2000(H) mm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반송 컨베이어 포함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제어 방식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Main PLC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Mitsubishi Q Series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MES 연동 실시간 데이터 전송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