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맑은 고딕"/>
              </a:defRPr>
            </a:pPr>
            <a:r>
              <a:t>전극 파티클/이물 카운팅 검사 설비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맑은 고딕"/>
              </a:defRPr>
            </a:pPr>
            <a:r>
              <a:t>[개요]</a:t>
            </a:r>
            <a:br/>
            <a:r>
              <a:t>클린룸 등급 환경에서 극판 표면 및 주변 대기 중 미세 파티클 개수를 광산란 방식 센서로 실시간 카운팅하여 도전재/바인더 이물 혼입 여부를 모니터링하는 설비입니다.</a:t>
            </a:r>
          </a:p>
          <a:p>
            <a:pPr>
              <a:defRPr sz="1400">
                <a:latin typeface="맑은 고딕"/>
              </a:defRPr>
            </a:pPr>
            <a:br/>
            <a:r>
              <a:t>[처리 용량/성능]</a:t>
            </a:r>
            <a:br/>
            <a:r>
              <a:t>실시간 연속 모니터링 (샘플링 주기 1초)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상세 기술 사양서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05740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사양값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전기/전력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정격 전압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단상 220V 60Hz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진공 흡입 펌프 포함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검출 입자 크기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0.3㎛ ~ 25㎛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광산란 방식(Laser Scattering)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파티클 관리 기준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Class 1000 이하 유지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기준 초과 시 자동 알람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치수/중량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설비 크기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1200(W) x 900(D) x 1600(H) mm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이동식 카트 적용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