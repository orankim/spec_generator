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PECVD 박막 증착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플라즈마 강화 화학기상증착(PECVD) 방식으로 실리콘 질화막/산화막을 균일 증착하는 설비입니다. 저온 공정으로 하부 소자 손상을 최소화합니다.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시간당 25장 (25 WPH)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380V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RF Generator 별도 전원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공정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RF 출력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13.56MHz / 3000W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듀얼 주파수 옵션 가능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공정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공정 온도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300~400℃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±3℃ 편차 관리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2400(W) x 2000(D) x 2100(H)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유지보수 공간 제외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가스 공급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적용 가스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SiH4, NH3, N2O, N2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MFC 자동 제어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