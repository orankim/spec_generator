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노칭/정렬도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노칭(Notching) 공정 후 탭 위치 및 극판 정렬 상태를 비전 검사하여 조립 공정에서의 내부 단락 위험을 사전에 차단하는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3,000매 (3,000 EA/H)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서보 프레스 연동 전원 별도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탭 위치 정렬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±0.05mm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노칭 금형 마모 자동 보정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노칭 버(Burr) 판정 기준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15㎛ 이하 합격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고배율 렌즈 부분 확대 검사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2200(W) x 1500(D) x 1900(H)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노칭 프레스 일체형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