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탭 용접부 검사 설비 (Ultrasonic Welding Inspection)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초음파 용접된 전극 탭의 용접 강도와 외관 상태를 비전 검사 및 필오프(Peel) 강도 샘플링 검사로 확인하여, 용접 불량으로 인한 저항 상승 및 단선 리스크를 사전에 차단하는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2,000개 탭 (2,000 EA/H)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비전 조명계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용접 외관 검출 항목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용접 미스, 탄화, 찢어짐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AI 비전 자동 판정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필오프 강도 기준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5N 이상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샘플링 검사(로트당 5EA)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1600(W) x 1200(D) x 1800(H)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탭 용접기 후단 인라인 설치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